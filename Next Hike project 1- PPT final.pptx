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59" r:id="rId17"/>
    <p:sldId id="274" r:id="rId18"/>
    <p:sldId id="275" r:id="rId19"/>
    <p:sldId id="276" r:id="rId20"/>
    <p:sldId id="260" r:id="rId21"/>
    <p:sldId id="261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9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Sit Dolor Amet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15F0FA2-507D-DF3F-CB9A-AE5E5A766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" y="266308"/>
            <a:ext cx="10702500" cy="632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1A79C2-EB76-C5FE-CC60-C53DAE702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113" y="904826"/>
            <a:ext cx="818197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4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B2BF42-D441-3DB6-FB8C-EAB6DD5D1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97" y="546608"/>
            <a:ext cx="9035346" cy="529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82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52F19D-647D-9576-8A9C-8CF9CA615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99" y="395778"/>
            <a:ext cx="9139042" cy="54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98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F581FA-A270-7158-33D2-CC90634B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17" y="697436"/>
            <a:ext cx="8950506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89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CE8D5C-A63F-C7BD-10FC-714A5A56F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7" y="574888"/>
            <a:ext cx="8969359" cy="501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12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23C530-70B5-0E9C-F66B-D16ECBCD4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20" y="612595"/>
            <a:ext cx="9091908" cy="551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20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B9582A-E015-6B74-0A50-D8EF4A9FF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7" y="527753"/>
            <a:ext cx="9110761" cy="531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05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626ED2-2948-1BEF-39CF-314FD0E4C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37" y="537180"/>
            <a:ext cx="9412419" cy="537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48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4AE96C-EDD1-7D88-EF2F-DD45DE2AC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03" y="810558"/>
            <a:ext cx="9176749" cy="492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23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C2C387-7D9E-46A7-535D-CA2C6F64F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96" y="508900"/>
            <a:ext cx="8752542" cy="545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29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62554C-3719-C38D-6D16-57D6A3C4E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83" y="386351"/>
            <a:ext cx="818197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44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185EE1-DEA5-8570-8185-3BA88E943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25" y="461766"/>
            <a:ext cx="8667702" cy="518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36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2CCFE6-D6AA-04DF-8B5F-86508D8E2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5608"/>
            <a:ext cx="12192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07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8026E2-3441-AEA8-3E2B-8AB1596E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109"/>
            <a:ext cx="12192000" cy="582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87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7278FE-8EE9-87E0-69E2-6B783CFB4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243"/>
            <a:ext cx="12192000" cy="594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098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488286-5AB7-7CF2-2FE9-14957563E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66" y="584315"/>
            <a:ext cx="9327577" cy="519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9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14948D-F7E5-A281-9AAC-AF40E6AA4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63" y="527753"/>
            <a:ext cx="10147710" cy="54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20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C34DC5-78C3-8EBC-4FCA-4BF558ED4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5" y="461765"/>
            <a:ext cx="10477650" cy="561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2100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{8149D158-D1B5-458A-89FC-B91A721A076F}TFf0a5ceae-4542-492d-822e-d65a94fb0e1e3b562c5a_win32-009a0557e699</Template>
  <TotalTime>13</TotalTime>
  <Words>3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Bookman Old Style</vt:lpstr>
      <vt:lpstr>Calibri</vt:lpstr>
      <vt:lpstr>Franklin Gothic Book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Farin kausar</dc:creator>
  <cp:lastModifiedBy>Farin kausar</cp:lastModifiedBy>
  <cp:revision>2</cp:revision>
  <dcterms:created xsi:type="dcterms:W3CDTF">2026-07-21T06:41:24Z</dcterms:created>
  <dcterms:modified xsi:type="dcterms:W3CDTF">2026-07-23T17:03:54Z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